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3C768-B071-4A9A-BC97-DBDCD05A5B66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4283B9-D130-4E44-9E23-FA6DF189CA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95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4283B9-D130-4E44-9E23-FA6DF189CA8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461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877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004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273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94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596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41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36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27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72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004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630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4908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6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371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597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093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850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B16B775-B8B7-4E06-A9D8-9A6CAEB468A1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77164-563B-4D94-B05A-3EE94B424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723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F29A0-8B80-FD5B-22C6-A2EE157EF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8314" y="1859622"/>
            <a:ext cx="6995611" cy="567113"/>
          </a:xfrm>
        </p:spPr>
        <p:txBody>
          <a:bodyPr>
            <a:noAutofit/>
          </a:bodyPr>
          <a:lstStyle/>
          <a:p>
            <a:r>
              <a:rPr lang="en-IN" sz="2800" dirty="0">
                <a:latin typeface="ROG Fonts" panose="00000500000000000000" pitchFamily="50" charset="0"/>
              </a:rPr>
              <a:t>Red Wine Quality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90D26-5ED7-3E1F-FE27-1B1C4275B33E}"/>
              </a:ext>
            </a:extLst>
          </p:cNvPr>
          <p:cNvSpPr txBox="1"/>
          <p:nvPr/>
        </p:nvSpPr>
        <p:spPr>
          <a:xfrm>
            <a:off x="4041880" y="2813109"/>
            <a:ext cx="5208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Exploratory Data Analysis &amp; Machine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51A5D5-9220-684C-9235-84A3F3FFE7A0}"/>
              </a:ext>
            </a:extLst>
          </p:cNvPr>
          <p:cNvSpPr txBox="1"/>
          <p:nvPr/>
        </p:nvSpPr>
        <p:spPr>
          <a:xfrm>
            <a:off x="5238205" y="3568815"/>
            <a:ext cx="17155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Python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NumPy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Pandas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Matplotlib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Seaborn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5343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1FE37-359B-A18B-B1A7-5039C3FDC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831FE-7A16-829C-B15D-9564A0DC9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490" y="1188291"/>
            <a:ext cx="6383868" cy="567113"/>
          </a:xfrm>
        </p:spPr>
        <p:txBody>
          <a:bodyPr>
            <a:noAutofit/>
          </a:bodyPr>
          <a:lstStyle/>
          <a:p>
            <a:r>
              <a:rPr lang="en-IN" sz="2800" dirty="0">
                <a:latin typeface="ROG Fonts" panose="00000500000000000000" pitchFamily="50" charset="0"/>
              </a:rPr>
              <a:t>1. Project 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CCE4EC-638C-135F-1771-926AA2EF948A}"/>
              </a:ext>
            </a:extLst>
          </p:cNvPr>
          <p:cNvSpPr txBox="1"/>
          <p:nvPr/>
        </p:nvSpPr>
        <p:spPr>
          <a:xfrm>
            <a:off x="727490" y="2148691"/>
            <a:ext cx="7992894" cy="2775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Analyze the physicochemical properties of red wine.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Understand the factors associated with wine quality.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 data cleaning and exploratory data analysis  (EDA).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Identify relationships, correlations, and potential outliers.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Prepare the dataset for machine learning based quality prediction.</a:t>
            </a:r>
          </a:p>
        </p:txBody>
      </p:sp>
    </p:spTree>
    <p:extLst>
      <p:ext uri="{BB962C8B-B14F-4D97-AF65-F5344CB8AC3E}">
        <p14:creationId xmlns:p14="http://schemas.microsoft.com/office/powerpoint/2010/main" val="424640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1BE8-E557-9EA5-0964-8CC30D788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14082"/>
          </a:xfrm>
        </p:spPr>
        <p:txBody>
          <a:bodyPr/>
          <a:lstStyle/>
          <a:p>
            <a:r>
              <a:rPr lang="en-IN" sz="2800" dirty="0">
                <a:latin typeface="ROG Fonts" panose="00000500000000000000" pitchFamily="50" charset="0"/>
              </a:rPr>
              <a:t>2. Dataset Overview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B5E3050-E09C-7423-AAFB-BA1699C6FB02}"/>
              </a:ext>
            </a:extLst>
          </p:cNvPr>
          <p:cNvSpPr/>
          <p:nvPr/>
        </p:nvSpPr>
        <p:spPr>
          <a:xfrm>
            <a:off x="1005840" y="1813560"/>
            <a:ext cx="2255520" cy="1173480"/>
          </a:xfrm>
          <a:prstGeom prst="roundRect">
            <a:avLst/>
          </a:prstGeom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accent1"/>
                </a:solidFill>
              </a:rPr>
              <a:t>1,599</a:t>
            </a:r>
          </a:p>
          <a:p>
            <a:pPr algn="ctr"/>
            <a:r>
              <a:rPr lang="en-IN" dirty="0"/>
              <a:t>Original Rows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FCC991-24B1-FCC4-DB0C-20FFE3BF3B96}"/>
              </a:ext>
            </a:extLst>
          </p:cNvPr>
          <p:cNvSpPr/>
          <p:nvPr/>
        </p:nvSpPr>
        <p:spPr>
          <a:xfrm>
            <a:off x="3703320" y="1813560"/>
            <a:ext cx="2255520" cy="1173480"/>
          </a:xfrm>
          <a:prstGeom prst="roundRect">
            <a:avLst/>
          </a:prstGeom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accent1"/>
                </a:solidFill>
              </a:rPr>
              <a:t>12</a:t>
            </a:r>
          </a:p>
          <a:p>
            <a:pPr algn="ctr"/>
            <a:r>
              <a:rPr lang="en-IN" dirty="0"/>
              <a:t>Columns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DFA2AB-EA37-162E-612B-E161E276DCFE}"/>
              </a:ext>
            </a:extLst>
          </p:cNvPr>
          <p:cNvSpPr/>
          <p:nvPr/>
        </p:nvSpPr>
        <p:spPr>
          <a:xfrm>
            <a:off x="6400800" y="1813560"/>
            <a:ext cx="2255520" cy="1173480"/>
          </a:xfrm>
          <a:prstGeom prst="roundRect">
            <a:avLst/>
          </a:prstGeom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accent1"/>
                </a:solidFill>
              </a:rPr>
              <a:t>0</a:t>
            </a:r>
          </a:p>
          <a:p>
            <a:pPr algn="ctr"/>
            <a:r>
              <a:rPr lang="en-IN" dirty="0"/>
              <a:t>Missing Values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6A6455-D938-D67A-2190-789DDF433413}"/>
              </a:ext>
            </a:extLst>
          </p:cNvPr>
          <p:cNvSpPr/>
          <p:nvPr/>
        </p:nvSpPr>
        <p:spPr>
          <a:xfrm>
            <a:off x="9098280" y="1813560"/>
            <a:ext cx="2255520" cy="1173480"/>
          </a:xfrm>
          <a:prstGeom prst="roundRect">
            <a:avLst/>
          </a:prstGeom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accent1"/>
                </a:solidFill>
              </a:rPr>
              <a:t>240</a:t>
            </a:r>
          </a:p>
          <a:p>
            <a:pPr algn="ctr"/>
            <a:r>
              <a:rPr lang="en-IN" dirty="0"/>
              <a:t>Duplicate Values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E45975-411C-F266-BAC8-78A2D76C614C}"/>
              </a:ext>
            </a:extLst>
          </p:cNvPr>
          <p:cNvSpPr txBox="1"/>
          <p:nvPr/>
        </p:nvSpPr>
        <p:spPr>
          <a:xfrm>
            <a:off x="646111" y="3429000"/>
            <a:ext cx="10618613" cy="1667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Target variable : quality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Quality scores range from 3 to 8.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Features include acidity, sugar, chlorides, sulfur dioxide, density, pH, sulphates, and alcohol</a:t>
            </a:r>
          </a:p>
        </p:txBody>
      </p:sp>
    </p:spTree>
    <p:extLst>
      <p:ext uri="{BB962C8B-B14F-4D97-AF65-F5344CB8AC3E}">
        <p14:creationId xmlns:p14="http://schemas.microsoft.com/office/powerpoint/2010/main" val="192015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7B74F-FECC-96C4-C1B8-4F1F4DFAF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3" y="360999"/>
            <a:ext cx="9404350" cy="690562"/>
          </a:xfrm>
        </p:spPr>
        <p:txBody>
          <a:bodyPr/>
          <a:lstStyle/>
          <a:p>
            <a:r>
              <a:rPr lang="en-IN" sz="2800" dirty="0">
                <a:latin typeface="ROG Fonts" panose="00000500000000000000" pitchFamily="50" charset="0"/>
              </a:rPr>
              <a:t>3. Data cleaning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B3F4D7-F19A-F28C-77B7-5F559E6600AE}"/>
              </a:ext>
            </a:extLst>
          </p:cNvPr>
          <p:cNvSpPr txBox="1"/>
          <p:nvPr/>
        </p:nvSpPr>
        <p:spPr>
          <a:xfrm>
            <a:off x="646113" y="1280161"/>
            <a:ext cx="5739447" cy="499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Removed the unnecessary index column from the CSV file.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Identified 240 duplicate records.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Removed duplicates rows </a:t>
            </a:r>
            <a:r>
              <a:rPr lang="en-IN" dirty="0">
                <a:sym typeface="Wingdings" panose="05000000000000000000" pitchFamily="2" charset="2"/>
              </a:rPr>
              <a:t> 1,359 unique records remain.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ym typeface="Wingdings" panose="05000000000000000000" pitchFamily="2" charset="2"/>
              </a:rPr>
              <a:t>Checked missing values and found no missing values after cleaning.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ym typeface="Wingdings" panose="05000000000000000000" pitchFamily="2" charset="2"/>
              </a:rPr>
              <a:t>Verified data types and numerical columns before analysis.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C164E8-AA17-A5D0-45EE-B5F21E6B5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561" y="1280161"/>
            <a:ext cx="5544696" cy="443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30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08DB514-EFAF-BB7B-4C8B-185AE2455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3" y="452439"/>
            <a:ext cx="9404350" cy="770334"/>
          </a:xfrm>
        </p:spPr>
        <p:txBody>
          <a:bodyPr/>
          <a:lstStyle/>
          <a:p>
            <a:r>
              <a:rPr lang="en-IN" sz="2800" dirty="0">
                <a:latin typeface="ROG Fonts" panose="00000500000000000000" pitchFamily="50" charset="0"/>
              </a:rPr>
              <a:t>4. Exploratory 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FA3A72-765C-1EB1-66E6-7CBC64E2E933}"/>
              </a:ext>
            </a:extLst>
          </p:cNvPr>
          <p:cNvSpPr txBox="1"/>
          <p:nvPr/>
        </p:nvSpPr>
        <p:spPr>
          <a:xfrm>
            <a:off x="646113" y="1280161"/>
            <a:ext cx="5739447" cy="499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Univariate analysis: </a:t>
            </a:r>
            <a:r>
              <a:rPr lang="en-IN" dirty="0"/>
              <a:t>Distributions and boxplots for numerical variables.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Bivariate analysis: </a:t>
            </a:r>
            <a:r>
              <a:rPr lang="en-IN" dirty="0"/>
              <a:t>relationships between important features and quality.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Correlation analysis: </a:t>
            </a:r>
            <a:r>
              <a:rPr lang="en-IN" dirty="0"/>
              <a:t>measured linear relationships among numerical variables.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Outlier detection: </a:t>
            </a:r>
            <a:r>
              <a:rPr lang="en-IN" dirty="0"/>
              <a:t>used  boxplots.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Target analysis: </a:t>
            </a:r>
            <a:r>
              <a:rPr lang="en-IN" dirty="0"/>
              <a:t>examined the distribution of wine quality scores.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A7B639-DCDC-B566-EDC4-526986DC0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814" y="1756216"/>
            <a:ext cx="2484953" cy="16727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CF4EDB-03C3-D58E-C2C6-99A095537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767" y="1756216"/>
            <a:ext cx="2463189" cy="16727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017EAD-BBBE-A108-AB17-EBBF7CDD4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9814" y="3429000"/>
            <a:ext cx="2484953" cy="15878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A4D992-C348-65AB-EC16-2E0F77786F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1557" y="3429000"/>
            <a:ext cx="2463189" cy="159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5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ABAFC6-5191-43EF-2BC2-774FFE822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3" y="452439"/>
            <a:ext cx="9404350" cy="644842"/>
          </a:xfrm>
        </p:spPr>
        <p:txBody>
          <a:bodyPr/>
          <a:lstStyle/>
          <a:p>
            <a:r>
              <a:rPr lang="en-IN" sz="2800" dirty="0">
                <a:latin typeface="ROG Fonts" panose="00000500000000000000" pitchFamily="50" charset="0"/>
              </a:rPr>
              <a:t>5. Key eda findings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B2F975-BE40-C1B7-52C6-5042C4B8A8C6}"/>
              </a:ext>
            </a:extLst>
          </p:cNvPr>
          <p:cNvSpPr/>
          <p:nvPr/>
        </p:nvSpPr>
        <p:spPr>
          <a:xfrm>
            <a:off x="1005840" y="1813560"/>
            <a:ext cx="2255520" cy="1173480"/>
          </a:xfrm>
          <a:prstGeom prst="roundRect">
            <a:avLst/>
          </a:prstGeom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accent1"/>
                </a:solidFill>
              </a:rPr>
              <a:t>5.62</a:t>
            </a:r>
          </a:p>
          <a:p>
            <a:pPr algn="ctr"/>
            <a:r>
              <a:rPr lang="en-IN" dirty="0"/>
              <a:t>Average quality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A2EDC5-721A-2EFF-76DC-77D3BA308829}"/>
              </a:ext>
            </a:extLst>
          </p:cNvPr>
          <p:cNvSpPr/>
          <p:nvPr/>
        </p:nvSpPr>
        <p:spPr>
          <a:xfrm>
            <a:off x="3656512" y="1813560"/>
            <a:ext cx="2255520" cy="1173480"/>
          </a:xfrm>
          <a:prstGeom prst="roundRect">
            <a:avLst/>
          </a:prstGeom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accent1"/>
                </a:solidFill>
              </a:rPr>
              <a:t>10.43</a:t>
            </a:r>
          </a:p>
          <a:p>
            <a:pPr algn="ctr"/>
            <a:r>
              <a:rPr lang="en-IN" dirty="0"/>
              <a:t>Average alcohol;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E4E125B-9E67-C2DF-F57E-72BAF7A117B4}"/>
              </a:ext>
            </a:extLst>
          </p:cNvPr>
          <p:cNvSpPr/>
          <p:nvPr/>
        </p:nvSpPr>
        <p:spPr>
          <a:xfrm>
            <a:off x="6279970" y="1813560"/>
            <a:ext cx="2255520" cy="1173480"/>
          </a:xfrm>
          <a:prstGeom prst="roundRect">
            <a:avLst/>
          </a:prstGeom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accent1"/>
                </a:solidFill>
              </a:rPr>
              <a:t>3-8</a:t>
            </a:r>
          </a:p>
          <a:p>
            <a:pPr algn="ctr"/>
            <a:r>
              <a:rPr lang="en-IN" dirty="0"/>
              <a:t>Quality range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5BC332-9F19-332F-18DF-5E56365EF634}"/>
              </a:ext>
            </a:extLst>
          </p:cNvPr>
          <p:cNvSpPr/>
          <p:nvPr/>
        </p:nvSpPr>
        <p:spPr>
          <a:xfrm>
            <a:off x="8922703" y="1813560"/>
            <a:ext cx="2255520" cy="1173480"/>
          </a:xfrm>
          <a:prstGeom prst="roundRect">
            <a:avLst/>
          </a:prstGeom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accent1"/>
                </a:solidFill>
              </a:rPr>
              <a:t>1.359</a:t>
            </a:r>
          </a:p>
          <a:p>
            <a:pPr algn="ctr"/>
            <a:r>
              <a:rPr lang="en-IN" dirty="0"/>
              <a:t>Clean records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307656-0CCA-4F3A-8A9A-3C9F2F55A63E}"/>
              </a:ext>
            </a:extLst>
          </p:cNvPr>
          <p:cNvSpPr txBox="1"/>
          <p:nvPr/>
        </p:nvSpPr>
        <p:spPr>
          <a:xfrm>
            <a:off x="646113" y="3429000"/>
            <a:ext cx="10296207" cy="222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Quality scores around 5 and 6 are more common than the extreme quality scores.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Alcohol shows a noticeable positive relationship with wine quality.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Volatile acidity generally shows a negative relationship with quality.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Several numerical variables contain potential outliers.</a:t>
            </a:r>
          </a:p>
        </p:txBody>
      </p:sp>
    </p:spTree>
    <p:extLst>
      <p:ext uri="{BB962C8B-B14F-4D97-AF65-F5344CB8AC3E}">
        <p14:creationId xmlns:p14="http://schemas.microsoft.com/office/powerpoint/2010/main" val="73779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F526E1-4B3B-FB16-9E53-E7748FE42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3" y="452438"/>
            <a:ext cx="9404350" cy="706891"/>
          </a:xfrm>
        </p:spPr>
        <p:txBody>
          <a:bodyPr/>
          <a:lstStyle/>
          <a:p>
            <a:r>
              <a:rPr lang="en-IN" sz="2800" dirty="0">
                <a:latin typeface="ROG Fonts" panose="00000500000000000000" pitchFamily="50" charset="0"/>
              </a:rPr>
              <a:t>6. Visualizations used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D3257C-B989-2766-085D-4357052FD44D}"/>
              </a:ext>
            </a:extLst>
          </p:cNvPr>
          <p:cNvSpPr txBox="1"/>
          <p:nvPr/>
        </p:nvSpPr>
        <p:spPr>
          <a:xfrm>
            <a:off x="646113" y="1224272"/>
            <a:ext cx="5705701" cy="5545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Histogram – </a:t>
            </a:r>
            <a:r>
              <a:rPr lang="en-IN" dirty="0"/>
              <a:t>understand the distribution of numerical variables.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Count plot – </a:t>
            </a:r>
            <a:r>
              <a:rPr lang="en-IN" dirty="0"/>
              <a:t>understand the distribution of wine quality.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Box plot – </a:t>
            </a:r>
            <a:r>
              <a:rPr lang="en-IN" dirty="0"/>
              <a:t>compare numerical variables across quality levels and detect outliers.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Scatter plot – </a:t>
            </a:r>
            <a:r>
              <a:rPr lang="en-IN" dirty="0"/>
              <a:t>examine relationships such as alcohol vs. density.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Correlation heatmap – </a:t>
            </a:r>
            <a:r>
              <a:rPr lang="en-IN" dirty="0"/>
              <a:t>identify positive and negative relationships among features.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8C7645-9140-A75B-56A4-755F50BCD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455" y="1039248"/>
            <a:ext cx="2484953" cy="16727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6627C9-C937-750A-5E4F-751684D73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336" y="2630885"/>
            <a:ext cx="2463189" cy="16727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E43F9C-B70D-704C-681D-484BC7172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8406" y="4272098"/>
            <a:ext cx="2528790" cy="15878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958EAD-F511-854F-73A1-34161F1A02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7525" y="2719395"/>
            <a:ext cx="2528790" cy="16087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C913EF-F1BE-78A9-5109-C57640A36E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9289" y="1025836"/>
            <a:ext cx="2495990" cy="168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00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1CD65A-5C50-84DE-4740-29A43761B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3" y="452438"/>
            <a:ext cx="9404350" cy="706891"/>
          </a:xfrm>
        </p:spPr>
        <p:txBody>
          <a:bodyPr/>
          <a:lstStyle/>
          <a:p>
            <a:r>
              <a:rPr lang="en-IN" sz="2800" dirty="0">
                <a:latin typeface="ROG Fonts" panose="00000500000000000000" pitchFamily="50" charset="0"/>
              </a:rPr>
              <a:t>7. Machine learning approach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5FFCE-F5F3-8CF7-97D6-19DB53316AE1}"/>
              </a:ext>
            </a:extLst>
          </p:cNvPr>
          <p:cNvSpPr txBox="1"/>
          <p:nvPr/>
        </p:nvSpPr>
        <p:spPr>
          <a:xfrm>
            <a:off x="646113" y="1224272"/>
            <a:ext cx="5705701" cy="499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Target : </a:t>
            </a:r>
            <a:r>
              <a:rPr lang="en-IN" dirty="0"/>
              <a:t>quality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Split the cleaned dataset into 80% training and 20% testing data.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Applied SMOTE to the training data to address class imbalance.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Models: </a:t>
            </a:r>
            <a:r>
              <a:rPr lang="en-IN" dirty="0"/>
              <a:t>Logistic Regression and Random Forest Classifier.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Evaluation: </a:t>
            </a:r>
            <a:r>
              <a:rPr lang="en-IN" dirty="0"/>
              <a:t>accuracy, precision, recall, F1-score,and confusion matrix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88BE0E-231E-0047-6E59-6A075D57D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16" y="1850387"/>
            <a:ext cx="4746171" cy="371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94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C0422D0-F81A-BC6F-2744-FCED9C40FA71}"/>
              </a:ext>
            </a:extLst>
          </p:cNvPr>
          <p:cNvSpPr txBox="1">
            <a:spLocks/>
          </p:cNvSpPr>
          <p:nvPr/>
        </p:nvSpPr>
        <p:spPr>
          <a:xfrm>
            <a:off x="646113" y="452438"/>
            <a:ext cx="9404350" cy="7068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dirty="0">
                <a:latin typeface="ROG Fonts" panose="00000500000000000000" pitchFamily="50" charset="0"/>
              </a:rPr>
              <a:t>8. Final Analytics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48155-CB9B-C1B9-03C0-63FBE8155C6B}"/>
              </a:ext>
            </a:extLst>
          </p:cNvPr>
          <p:cNvSpPr txBox="1"/>
          <p:nvPr/>
        </p:nvSpPr>
        <p:spPr>
          <a:xfrm>
            <a:off x="646113" y="1714129"/>
            <a:ext cx="5705701" cy="3883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KPI cards : total samples and average wine quality.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Wine quality distribution.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Alcohol distribution by quality.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Alcohol vs. quality relationship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Correlation heatmap.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Random Forest feature-importance analysis.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E9211B-3C49-01B8-B9E9-EBF2304B2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523" y="1513490"/>
            <a:ext cx="4629807" cy="462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467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F1DB770-93E0-52C1-4F56-2A0A0D7140EB}"/>
              </a:ext>
            </a:extLst>
          </p:cNvPr>
          <p:cNvSpPr txBox="1">
            <a:spLocks/>
          </p:cNvSpPr>
          <p:nvPr/>
        </p:nvSpPr>
        <p:spPr>
          <a:xfrm>
            <a:off x="646113" y="452438"/>
            <a:ext cx="9404350" cy="7068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dirty="0">
                <a:latin typeface="ROG Fonts" panose="00000500000000000000" pitchFamily="50" charset="0"/>
              </a:rPr>
              <a:t>9. Final 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CD2D3D-D3E9-A8B2-6F57-E7FBB5C0F934}"/>
              </a:ext>
            </a:extLst>
          </p:cNvPr>
          <p:cNvSpPr txBox="1"/>
          <p:nvPr/>
        </p:nvSpPr>
        <p:spPr>
          <a:xfrm>
            <a:off x="646113" y="1554481"/>
            <a:ext cx="9854247" cy="443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EDA provided a clear understanding of the red wine dataset and its quality distribution.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cleaning removed duplicate records and prepared the dataset for modelling.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Alcohol and volatile acidity showed noticeable relationships with  wine quality.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Correlation and visualization helped identify important patterns and potential outliers.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cleaned dataset can be used for further model tuning and wine-quality prediction.</a:t>
            </a:r>
          </a:p>
        </p:txBody>
      </p:sp>
    </p:spTree>
    <p:extLst>
      <p:ext uri="{BB962C8B-B14F-4D97-AF65-F5344CB8AC3E}">
        <p14:creationId xmlns:p14="http://schemas.microsoft.com/office/powerpoint/2010/main" val="3749231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271D114-9F2E-E97D-316A-3056F5003142}"/>
              </a:ext>
            </a:extLst>
          </p:cNvPr>
          <p:cNvSpPr txBox="1">
            <a:spLocks/>
          </p:cNvSpPr>
          <p:nvPr/>
        </p:nvSpPr>
        <p:spPr>
          <a:xfrm>
            <a:off x="646113" y="452438"/>
            <a:ext cx="9404350" cy="7068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dirty="0">
                <a:latin typeface="ROG Fonts" panose="00000500000000000000" pitchFamily="50" charset="0"/>
              </a:rPr>
              <a:t>10.  Tools &amp; technologies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40E46-E5E8-6734-A9B9-27C9CCA8A973}"/>
              </a:ext>
            </a:extLst>
          </p:cNvPr>
          <p:cNvSpPr txBox="1"/>
          <p:nvPr/>
        </p:nvSpPr>
        <p:spPr>
          <a:xfrm>
            <a:off x="646113" y="1554481"/>
            <a:ext cx="9854247" cy="3329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Google colab – development environment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Python – programming language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Pandas &amp; NumPy – data handling and analysis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Matplotlib &amp; Seaborn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Scikit-learn – machine learning and evaluation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Plotly –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1614099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D4C4464-EFBF-0BC4-B1E5-813C5F5210D6}"/>
              </a:ext>
            </a:extLst>
          </p:cNvPr>
          <p:cNvSpPr txBox="1">
            <a:spLocks/>
          </p:cNvSpPr>
          <p:nvPr/>
        </p:nvSpPr>
        <p:spPr>
          <a:xfrm>
            <a:off x="4012324" y="2436641"/>
            <a:ext cx="4167352" cy="7068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2800" dirty="0">
                <a:latin typeface="ROG Fonts" panose="00000500000000000000" pitchFamily="50" charset="0"/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5EF023-38AC-A4EC-A25B-51CB80699F08}"/>
              </a:ext>
            </a:extLst>
          </p:cNvPr>
          <p:cNvSpPr txBox="1"/>
          <p:nvPr/>
        </p:nvSpPr>
        <p:spPr>
          <a:xfrm>
            <a:off x="4628620" y="3345137"/>
            <a:ext cx="304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Red Wine Quality Analysis</a:t>
            </a:r>
          </a:p>
        </p:txBody>
      </p:sp>
    </p:spTree>
    <p:extLst>
      <p:ext uri="{BB962C8B-B14F-4D97-AF65-F5344CB8AC3E}">
        <p14:creationId xmlns:p14="http://schemas.microsoft.com/office/powerpoint/2010/main" val="30359451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114</TotalTime>
  <Words>530</Words>
  <Application>Microsoft Office PowerPoint</Application>
  <PresentationFormat>Widescreen</PresentationFormat>
  <Paragraphs>85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Century Gothic</vt:lpstr>
      <vt:lpstr>ROG Fonts</vt:lpstr>
      <vt:lpstr>Wingdings</vt:lpstr>
      <vt:lpstr>Wingdings 3</vt:lpstr>
      <vt:lpstr>Ion</vt:lpstr>
      <vt:lpstr>Red Wine Quality Analysis</vt:lpstr>
      <vt:lpstr>1. Project Objective</vt:lpstr>
      <vt:lpstr>2. Dataset Overview</vt:lpstr>
      <vt:lpstr>3. Data cleaning</vt:lpstr>
      <vt:lpstr>4. Exploratory Data Analysis</vt:lpstr>
      <vt:lpstr>5. Key eda findings</vt:lpstr>
      <vt:lpstr>6. Visualizations used</vt:lpstr>
      <vt:lpstr>7. Machine learning approach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Lovely obulesh</dc:creator>
  <cp:lastModifiedBy>Lovely obulesh</cp:lastModifiedBy>
  <cp:revision>1</cp:revision>
  <dcterms:created xsi:type="dcterms:W3CDTF">2026-10-01T06:05:50Z</dcterms:created>
  <dcterms:modified xsi:type="dcterms:W3CDTF">2026-10-01T07:59:56Z</dcterms:modified>
</cp:coreProperties>
</file>